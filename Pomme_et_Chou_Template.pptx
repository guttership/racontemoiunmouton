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C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 Rounded MT Bold"/>
              </a:defRPr>
            </a:pPr>
            <a:r>
              <a:t>Pomme et Chou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Le restaurateur dédié aux enfants en collectivité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7432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Rounded MT Bold"/>
              </a:defRPr>
            </a:pPr>
            <a:r>
              <a:t>Titre du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24242"/>
                </a:solidFill>
                <a:latin typeface="Arial"/>
              </a:defRPr>
            </a:pPr>
            <a:r>
              <a:t>Cuisine maison avec des produits frais et locaux</a:t>
            </a:r>
          </a:p>
          <a:p>
            <a:pPr lvl="1">
              <a:defRPr sz="1800">
                <a:solidFill>
                  <a:srgbClr val="424242"/>
                </a:solidFill>
                <a:latin typeface="Arial"/>
              </a:defRPr>
            </a:pPr>
            <a:r>
              <a:t>Produits locaux et de saison</a:t>
            </a:r>
          </a:p>
          <a:p>
            <a:pPr lvl="1">
              <a:defRPr sz="1800">
                <a:solidFill>
                  <a:srgbClr val="424242"/>
                </a:solidFill>
                <a:latin typeface="Arial"/>
              </a:defRPr>
            </a:pPr>
            <a:r>
              <a:t>Cuisine sur place ou livraison</a:t>
            </a:r>
          </a:p>
          <a:p>
            <a:pPr lvl="1">
              <a:defRPr sz="1800">
                <a:solidFill>
                  <a:srgbClr val="424242"/>
                </a:solidFill>
                <a:latin typeface="Arial"/>
              </a:defRPr>
            </a:pPr>
            <a:r>
              <a:t>Engagement qualité</a:t>
            </a:r>
          </a:p>
          <a:p>
            <a:pPr lvl="1">
              <a:defRPr sz="1800">
                <a:solidFill>
                  <a:srgbClr val="424242"/>
                </a:solidFill>
                <a:latin typeface="Arial"/>
              </a:defRPr>
            </a:pPr>
            <a:r>
              <a:t>Équipe dédiée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24242"/>
                </a:solidFill>
                <a:latin typeface="Arial"/>
              </a:defRPr>
            </a:pPr>
            <a:r>
              <a:t>Zone d'activités, 1 rue Saint Ulrich - 67390 Marckolsheim | www.pomme-et-chou.fr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7432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 Rounded MT Bold"/>
              </a:defRPr>
            </a:pPr>
            <a:r>
              <a:t>Nos engagements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AF50"/>
                </a:solidFill>
                <a:latin typeface="Arial Rounded MT Bold"/>
              </a:defRPr>
            </a:pPr>
            <a:r>
              <a:t>Cuisine sur place</a:t>
            </a:r>
          </a:p>
          <a:p>
            <a:pPr lvl="1">
              <a:defRPr sz="1600">
                <a:solidFill>
                  <a:srgbClr val="424242"/>
                </a:solidFill>
                <a:latin typeface="Arial"/>
              </a:defRPr>
            </a:pPr>
            <a:r>
              <a:t>Équipe qualifiée</a:t>
            </a:r>
          </a:p>
          <a:p>
            <a:pPr lvl="1">
              <a:defRPr sz="1600">
                <a:solidFill>
                  <a:srgbClr val="424242"/>
                </a:solidFill>
                <a:latin typeface="Arial"/>
              </a:defRPr>
            </a:pPr>
            <a:r>
              <a:t>Respect des normes</a:t>
            </a:r>
          </a:p>
          <a:p>
            <a:pPr lvl="1">
              <a:defRPr sz="1600">
                <a:solidFill>
                  <a:srgbClr val="424242"/>
                </a:solidFill>
                <a:latin typeface="Arial"/>
              </a:defRPr>
            </a:pPr>
            <a:r>
              <a:t>Traçabilité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AF50"/>
                </a:solidFill>
                <a:latin typeface="Arial Rounded MT Bold"/>
              </a:defRPr>
            </a:pPr>
            <a:r>
              <a:t>Cuisine livrée</a:t>
            </a:r>
          </a:p>
          <a:p>
            <a:pPr lvl="1">
              <a:defRPr sz="1600">
                <a:solidFill>
                  <a:srgbClr val="424242"/>
                </a:solidFill>
                <a:latin typeface="Arial"/>
              </a:defRPr>
            </a:pPr>
            <a:r>
              <a:t>Livraison quotidienne</a:t>
            </a:r>
          </a:p>
          <a:p>
            <a:pPr lvl="1">
              <a:defRPr sz="1600">
                <a:solidFill>
                  <a:srgbClr val="424242"/>
                </a:solidFill>
                <a:latin typeface="Arial"/>
              </a:defRPr>
            </a:pPr>
            <a:r>
              <a:t>Liaison froide</a:t>
            </a:r>
          </a:p>
          <a:p>
            <a:pPr lvl="1">
              <a:defRPr sz="1600">
                <a:solidFill>
                  <a:srgbClr val="424242"/>
                </a:solidFill>
                <a:latin typeface="Arial"/>
              </a:defRPr>
            </a:pPr>
            <a:r>
              <a:t>Flexibilité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24242"/>
                </a:solidFill>
                <a:latin typeface="Arial"/>
              </a:defRPr>
            </a:pPr>
            <a:r>
              <a:t>Zone d'activités, 1 rue Saint Ulrich - 67390 Marckolsheim | www.pomme-et-chou.fr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C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 Rounded MT Bold"/>
              </a:defRPr>
            </a:pPr>
            <a:r>
              <a:t>Merci de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Zone d'activités, 1 rue Saint Ulrich</a:t>
            </a:r>
          </a:p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67390 Marckolsheim</a:t>
            </a:r>
          </a:p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www.pomme-et-chou.fr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